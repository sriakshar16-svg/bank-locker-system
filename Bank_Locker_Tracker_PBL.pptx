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Locker Rent and Agreement Renewal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Code: 25CC3071-P019 | Branch Banking</a:t>
            </a:r>
          </a:p>
          <a:p>
            <a:r>
              <a:t>Team Members: [Your Name], [Teammate Name]</a:t>
            </a:r>
          </a:p>
          <a:p>
            <a:r>
              <a:t>Institution: Koneru Lakshmaiah Education Foundation (KLEF)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Exact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Branch Banking</a:t>
            </a:r>
          </a:p>
          <a:p>
            <a:r>
              <a:t>Team Size: 1 team · T019 · 3 students</a:t>
            </a:r>
          </a:p>
          <a:p/>
          <a:p>
            <a:r>
              <a:t>Use Cases Required:</a:t>
            </a:r>
          </a:p>
          <a:p>
            <a:pPr lvl="1"/>
            <a:r>
              <a:t>Track locker allotment, rent due and renewal dates</a:t>
            </a:r>
          </a:p>
          <a:p>
            <a:pPr lvl="1"/>
            <a:r>
              <a:t>Generate rent-due notices and auto-debit files</a:t>
            </a:r>
          </a:p>
          <a:p>
            <a:br/>
            <a:pPr/>
            <a:r>
              <a:t>Bottlenecks Students May Encounter:</a:t>
            </a:r>
          </a:p>
          <a:p>
            <a:pPr lvl="1"/>
            <a:r>
              <a:t>Locker sizes have different rent slabs</a:t>
            </a:r>
          </a:p>
          <a:p>
            <a:pPr lvl="1"/>
            <a:r>
              <a:t>Joint locker holders and nominee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Implementing the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 1: Track locker allotment, rent due, and renewal dates</a:t>
            </a:r>
          </a:p>
          <a:p>
            <a:pPr lvl="1"/>
            <a:r>
              <a:t>Dashboard built using HTML and FastAPI.</a:t>
            </a:r>
          </a:p>
          <a:p>
            <a:pPr lvl="1"/>
            <a:r>
              <a:t>Captures customer details, dates, and saves to SQLite.</a:t>
            </a:r>
          </a:p>
          <a:p>
            <a:br/>
            <a:pPr/>
            <a:r>
              <a:t>Use Case 2: Generate rent-due notices and auto-debit files</a:t>
            </a:r>
          </a:p>
          <a:p>
            <a:pPr lvl="1"/>
            <a:r>
              <a:t>'Export Auto-Debit CSV' function built.</a:t>
            </a:r>
          </a:p>
          <a:p>
            <a:pPr lvl="1"/>
            <a:r>
              <a:t>Queries SQLite for lockers overdue or due in 30 days.</a:t>
            </a:r>
          </a:p>
          <a:p>
            <a:pPr lvl="1"/>
            <a:r>
              <a:t>Exports filtered list to CSV for batch 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the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Bottleneck 1: Locker sizes have different rent slabs</a:t>
            </a:r>
          </a:p>
          <a:p>
            <a:pPr lvl="1"/>
            <a:r>
              <a:t>Solution: Removed manual rent entry. User selects size via dropdown. Python backend assigns correct rent (Small=1500, Medium=3000, Large=5000).</a:t>
            </a:r>
          </a:p>
          <a:p>
            <a:br/>
            <a:pPr/>
            <a:r>
              <a:t>Bottleneck 2: Joint locker holders and nominee updates</a:t>
            </a:r>
          </a:p>
          <a:p>
            <a:pPr lvl="1"/>
            <a:r>
              <a:t>Solution: Dedicated Edit function. Runs SQL UPDATE to overwrite specific fields without deleting the primary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Adding a Locker (Data Input)</a:t>
            </a:r>
          </a:p>
          <a:p>
            <a:pPr lvl="1"/>
            <a:r>
              <a:t>UI Form -&gt; POST Request -&gt; FastAPI -&gt; SQL INSERT -&gt; SQLite Database</a:t>
            </a:r>
          </a:p>
          <a:p>
            <a:br/>
            <a:pPr/>
            <a:r>
              <a:t>2. Updating Nominees (Data Edit)</a:t>
            </a:r>
          </a:p>
          <a:p>
            <a:pPr lvl="1"/>
            <a:r>
              <a:t>UI Edit Form -&gt; POST Request -&gt; FastAPI -&gt; SQL UPDATE -&gt; SQLite Database</a:t>
            </a:r>
          </a:p>
          <a:p>
            <a:br/>
            <a:pPr/>
            <a:r>
              <a:t>3. Auto-Debit Generation (Data Output)</a:t>
            </a:r>
          </a:p>
          <a:p>
            <a:pPr lvl="1"/>
            <a:r>
              <a:t>UI Click Export -&gt; GET Request -&gt; FastAPI Date Filter -&gt; SQL SELECT -&gt; CSV Download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/ Frontend:</a:t>
            </a:r>
          </a:p>
          <a:p>
            <a:pPr lvl="1"/>
            <a:r>
              <a:t>HTML5 (Structure and forms)</a:t>
            </a:r>
          </a:p>
          <a:p>
            <a:pPr lvl="1"/>
            <a:r>
              <a:t>Tailwind CSS (Simple, fast styling)</a:t>
            </a:r>
          </a:p>
          <a:p>
            <a:pPr lvl="1"/>
            <a:r>
              <a:t>Jinja2 Templating (Injects database rows directly into the HTML table)</a:t>
            </a:r>
          </a:p>
          <a:p>
            <a:br/>
            <a:pPr/>
            <a:r>
              <a:t>Server / Backend:</a:t>
            </a:r>
          </a:p>
          <a:p>
            <a:pPr lvl="1"/>
            <a:r>
              <a:t>Python</a:t>
            </a:r>
          </a:p>
          <a:p>
            <a:pPr lvl="1"/>
            <a:r>
              <a:t>FastAPI (Lightweight routing and date logic)</a:t>
            </a:r>
          </a:p>
          <a:p>
            <a:br/>
            <a:pPr/>
            <a:r>
              <a:t>Storage / Database:</a:t>
            </a:r>
          </a:p>
          <a:p>
            <a:pPr lvl="1"/>
            <a:r>
              <a:t>SQLite (Zero-configuration, relational database stored in a local .db file)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